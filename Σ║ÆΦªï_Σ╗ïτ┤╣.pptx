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开场：这是一把梳子，不是一个史学家。梳完之后判断还是你的。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这是全部价值的来源：不是更聪明，是不知疲倦。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这一组是真的，来自语料原文，不是构造的例子。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第三条是关键：这不是能力问题，是生理限制。程序不需要记忆力，只需要索引。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这一条是全部设计的支点。一破，整个架构的价值归零。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演示时可以现场展示「拦下 N 条伪引」这个计数器。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已知弱点：没处理改元当年的月份边界，改元在年中的话误差一年。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「终局独载」这条规则是跑真实数据时才发现该加的，不是预先设计的。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不要说它比 RAG 强。说它们目标不同：RAG 求答案，这个求可核验的对比。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这一页是可信度的关键。愿意讲清楚自己答不了什么的工具，才值得信它说能答的部分。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这一页不要跳过。承认缺口比夸大能力更能建立信任。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结束语。不要承诺发现，承诺的是可核验的对比。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800" kern="0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互見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5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史料交叉比對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502920" cy="32004"/>
          </a:xfrm>
          <a:prstGeom prst="rect">
            <a:avLst/>
          </a:prstGeom>
          <a:solidFill>
            <a:srgbClr val="D848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dirty="0">
                <a:solidFill>
                  <a:srgbClr val="D8DCE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它不告訴你真相。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dirty="0">
                <a:solidFill>
                  <a:srgbClr val="D8DCE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它告訴你哪兩條記載對不上。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二十四史　3,034 卷　3,021 萬字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737360"/>
            <a:ext cx="3931920" cy="356616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《南齊書·本紀卷二》建元二年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22402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詔索虜寇淮、泗，遣衆軍北伐，內外纂嚴。二月，丁卯，虜寇壽陽，豫州刺史垣崇祖破走之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不是沒人讀過，是沒人並排讀過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173736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93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237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手工統計之一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383280" cy="173736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A93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447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手工統計之二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383280" cy="173736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848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954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機器窮盡＋專家裁定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《漢書》引《論語》有多少處。兩代學者各自手工統計，差了近一倍，兩人都承認必有遺漏。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48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瓶頸不是學問不夠，是在長文本上保持注意力的生理極限。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一個實例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同一天，同一人，同一戰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600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《南齊書·本紀卷二》建元二年（南朝當代）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二月，丁卯，虜寇壽陽，豫州刺史垣崇祖破走之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600200"/>
          </a:xfrm>
          <a:prstGeom prst="rect">
            <a:avLst/>
          </a:prstGeom>
          <a:solidFill>
            <a:srgbClr val="EAE5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8562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《南史·卷四》建元二年（唐修）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945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二月丁卯，魏軍攻壽陽，豫州刺史垣崇祖破走之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48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索虜寇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4747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93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魏軍攻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南朝當代史官用蔑稱加「寇」字；唐修《南史》改成中性的「魏軍攻」。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春秋筆法被機械地抓出來 —— 而單讀任何一本都不會注意到。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三個原因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為什麼單讀看不見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384048" cy="384048"/>
          </a:xfrm>
          <a:prstGeom prst="ellipse">
            <a:avLst/>
          </a:prstGeom>
          <a:solidFill>
            <a:srgbClr val="D848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93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56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散在不同書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837944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沒人會為一個次要人物翻遍二十四史。記載分佈在《魏書》某傳、《梁書》某紀、《南齊書》某志。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91256"/>
            <a:ext cx="384048" cy="384048"/>
          </a:xfrm>
          <a:prstGeom prst="ellipse">
            <a:avLst/>
          </a:prstGeom>
          <a:solidFill>
            <a:srgbClr val="D848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278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紀年字面不同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13639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「延興二年」與「泰始八年」都是公元 472 年，但字符串毫無共同點。不換算就永遠對不上。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89704"/>
            <a:ext cx="384048" cy="384048"/>
          </a:xfrm>
          <a:prstGeom prst="ellipse">
            <a:avLst/>
          </a:prstGeom>
          <a:solidFill>
            <a:srgbClr val="D848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453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工作記憶裝不下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4348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要同時持有兩本書的相關段落才看得見對比。清代學者靠幾十年浸润出的記憶力硬扛，那是天賦，不是方法。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模型讀，代碼判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語料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帶地址的規範化文本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40864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尋址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40864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上層只持有地址，不持有副本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1920240"/>
            <a:ext cx="1444752" cy="2148840"/>
          </a:xfrm>
          <a:prstGeom prst="rect">
            <a:avLst/>
          </a:prstGeom>
          <a:solidFill>
            <a:srgbClr val="D848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13632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0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0E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歸一 · 棄權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58384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校驗閘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逐字重切，不符即拒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9168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推斷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 · 獨載 · 歧異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31936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分診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631936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precision@k 排序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76688" y="1920240"/>
            <a:ext cx="1444752" cy="21488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04704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04704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裁定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204704" y="2926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人工核實，回流成基準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434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只有 L2 用模型。判斷全在代碼裡。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模型的錯誤可校驗（引文對不上），代碼的錯誤可審計（邏輯寫在那兒）。兩者都不產生不可反駁的斷言。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防杜撰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三道閘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760" cy="301752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逐字校驗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32304"/>
            <a:ext cx="29016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按偏移重新切片，逐字節比對。模型引文未在原文逐字出現者一律丟棄並計數。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拒絕率本身就是模型質量的在線指標。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3880" y="1828800"/>
            <a:ext cx="3413760" cy="301752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299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9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顯式棄權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29912" y="2432304"/>
            <a:ext cx="29016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返回空集是一等公民，不算失敗。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無據可依時說「未見著錄」，而不是編一個看起來合理的答案。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828800"/>
            <a:ext cx="3413760" cy="301752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37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確定性推斷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3712" y="2432304"/>
            <a:ext cx="29016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矛盾、獨載、歧異全部由代碼判定。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規則寫在那兒，你可以說「這條互斥對定得不對」。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兩類錯誤都能抓：模型抽錯 → 引文對不上；邏輯判錯 → 規則可審。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事件能對上的前提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紀年換算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5544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48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延昌二年</a:t>
            </a:r>
            <a:pPr indent="0" marL="0">
              <a:buNone/>
            </a:pPr>
            <a:r>
              <a:rPr lang="en-US" sz="4000" b="1" dirty="0">
                <a:solidFill>
                  <a:srgbClr val="8B93A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＝  </a:t>
            </a:r>
            <a:pPr indent="0" marL="0">
              <a:buNone/>
            </a:pPr>
            <a:r>
              <a:rPr lang="en-US" sz="4000" b="1" dirty="0">
                <a:solidFill>
                  <a:srgbClr val="5A93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天監十二年</a:t>
            </a:r>
            <a:pPr indent="0" marL="0">
              <a:buNone/>
            </a:pPr>
            <a:r>
              <a:rPr lang="en-US" sz="4000" b="1" dirty="0">
                <a:solidFill>
                  <a:srgbClr val="8B93A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＝  </a:t>
            </a:r>
            <a:pPr indent="0" marL="0">
              <a:buNone/>
            </a:pPr>
            <a:r>
              <a:rPr lang="en-US" sz="4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字符串零重疊。換算後完全重合。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447141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南北朝主要年號已收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85546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劉宋 · 南齊 · 梁 · 北魏。表是手填的，可續補。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0780" y="425196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6812" y="447141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未收年號返回「不猜」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6812" y="485546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不外推、不臆測。寧可空，不可錯。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程序標出的四類信號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04825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終局互斥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3230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同一人被記為「力戰而死」又「歸降」。兩者不能同真，必有一方曲筆。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0780" y="182880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6812" y="204825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終局獨載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6812" y="243230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兩方都記其人，卻只有一方記其死。排除了材料散佚，是最強的諱飾信號。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73989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9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紀年歧異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12394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同一事繫於不同年份。考異之常見入口。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0780" y="3520440"/>
            <a:ext cx="5280660" cy="137160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6812" y="3739896"/>
            <a:ext cx="4768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9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立場用語對立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6812" y="4123944"/>
            <a:ext cx="47685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一方記「內附」，另一方記「叛」。同一行為，兩套措辭。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輸出的是對比，不是結論。兩處為什麼對不上 —— 抄錯、體例、諱飾、還是規則誤判 —— 由你判斷。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與普通 RAG 的區別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291840"/>
          </a:xfrm>
          <a:prstGeom prst="rect">
            <a:avLst/>
          </a:prstGeom>
          <a:solidFill>
            <a:srgbClr val="14161C"/>
          </a:solidFill>
          <a:ln w="12700">
            <a:solidFill>
              <a:srgbClr val="2C31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93A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普通 RAG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42032"/>
            <a:ext cx="4672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檢索相似段落，生成流暢回答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總會給出一個答案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引注可能是事後補上的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採用檢索集裡佔多數的措辭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無法表示「兩方說法不同」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291840"/>
          </a:xfrm>
          <a:prstGeom prst="rect">
            <a:avLst/>
          </a:prstGeom>
          <a:solidFill>
            <a:srgbClr val="1D2129"/>
          </a:solidFill>
          <a:ln w="12700">
            <a:solidFill>
              <a:srgbClr val="D848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2011680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8483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互見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542032"/>
            <a:ext cx="4672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並置兩方記載，標出分歧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無據時返回「未見著錄」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每條引文逐字校驗過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措辭分歧本身就是輸出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立場是一等結構變量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RAG 答得更多。互見答得更少，但每一條都能反駁。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它答不了什麼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「1651 年廣東誰是叛徒？」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237744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全語料掃描結果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耿繼茂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286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88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杜永和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平南王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90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尚可喜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4930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9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《明史》4 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5486400" cy="10972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91072" y="19110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5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覆蓋不足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29514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二十四史止於《明史》。1651 年的戰事在語料時間邊界之外。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971800"/>
            <a:ext cx="5486400" cy="10972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319125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立場軸塌陷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57530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唯一有載的《明史》是清修的。敗方記述在二十四史之外。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434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更根本：「誰是叛徒」不是事實問題，是立場問題穿了事實的外衣。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尚可喜在明朝框架下是叛徒，在清朝框架下是開國元勳。同一行為，兩套描述。讀再多史料也不能消解。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誠實地說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現狀與缺口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760" cy="24688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參數全是拍的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32304"/>
            <a:ext cx="29016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閾值、立場詞表、互斥集，未經任何標註驗證。跑出來的權重只是排序參考，不是可信度。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3880" y="1828800"/>
            <a:ext cx="3413760" cy="24688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299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沒有金標準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29912" y="2432304"/>
            <a:ext cx="29016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抽取精度未測。沒有 precision / recall，也沒有和基線比過。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828800"/>
            <a:ext cx="3413760" cy="2468880"/>
          </a:xfrm>
          <a:prstGeom prst="rect">
            <a:avLst/>
          </a:prstGeom>
          <a:solidFill>
            <a:srgbClr val="1D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3712" y="2048256"/>
            <a:ext cx="2901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缺「已知集合」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3712" y="2432304"/>
            <a:ext cx="290169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分不清哪條是新發現、哪條是錢大昕兩百年前就寫過的。這個掩碼不建，加材料反而是負收益。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下一步不是再爬語料，是打開標註界面，把現有結果手動標一遍。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材料決定它能看到多少，標註決定它看得準不準。現在材料夠開始了，標註是零。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四條命令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上手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92240" cy="2514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opencc-python-reimplemented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ANTHROPIC_API_KEY=sk-...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huijian.py fetch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huijian.py search 郁洲 --also 郁州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huijian.py run 郁洲 -o out/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FE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duizhao.py align out/郁洲_findings.json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737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每條回查原文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066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工具告訴你去哪看，不告訴你結論。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606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別指望挖新料，指望讀得快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935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期望值降下來，實際收穫反而多。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474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「為什麼」類判斷不要信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38039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誰、何時、何地可靠；動機不可靠，專家之間都對不上。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5D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它是一把梳子，不是一個史學家。梳完之後，判斷還是你的。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2026-09-07T03:49:07Z</dcterms:created>
  <dcterms:modified xsi:type="dcterms:W3CDTF">2026-09-07T03:49:07Z</dcterms:modified>
</cp:coreProperties>
</file>